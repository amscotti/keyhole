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Heading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2133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paragraph text with </a:t>
            </a:r>
            <a:r>
              <a:rPr b="1"/>
              <a:t>bold</a:t>
            </a:r>
            <a:r>
              <a:rPr/>
              <a:t> and </a:t>
            </a:r>
            <a:r>
              <a:rPr i="1"/>
              <a:t>italic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Heading Two</a:t>
            </a:r>
          </a:p>
          <a:p>
            <a:pPr lvl="0"/>
            <a:r>
              <a:rPr/>
              <a:t>Item one</a:t>
            </a:r>
          </a:p>
          <a:p>
            <a:pPr lvl="0"/>
            <a:r>
              <a:rPr/>
              <a:t>Item two</a:t>
            </a:r>
          </a:p>
          <a:p>
            <a:pPr lvl="0"/>
            <a:r>
              <a:rPr/>
              <a:t>Item three</a:t>
            </a:r>
          </a:p>
          <a:p>
            <a:pPr lvl="0" indent="-342900" marL="342900">
              <a:buAutoNum type="arabicPeriod"/>
            </a:pPr>
            <a:r>
              <a:rPr/>
              <a:t>First</a:t>
            </a:r>
          </a:p>
          <a:p>
            <a:pPr lvl="0" indent="-342900" marL="342900">
              <a:buAutoNum type="arabicPeriod"/>
            </a:pPr>
            <a:r>
              <a:rPr/>
              <a:t>Second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454400"/>
          <a:ext cx="8229600" cy="35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37000"/>
            <a:ext cx="8229600" cy="5207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code block:</a:t>
            </a:r>
          </a:p>
          <a:p>
            <a:pPr lvl="0" indent="0">
              <a:buNone/>
            </a:pPr>
            <a:r>
              <a:rPr>
                <a:latin typeface="Courier"/>
              </a:rPr>
              <a:t>let x = 1;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2026-08-08T07:45:46Z</dcterms:created>
  <dcterms:modified xsi:type="dcterms:W3CDTF">2026-08-08T07:45:46Z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